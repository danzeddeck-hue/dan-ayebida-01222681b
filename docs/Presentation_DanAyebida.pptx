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controllers contain no SQL whatsoever. Validation lives in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8288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STUDENT MANAGEMENT SYSTEM PLUS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Java Mid-Semester Individual Assignment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Ayebida  |  Version 1.0.0  |  February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 ·  SQLite  ·  JDBC  ·  Maven  ·  Windows Offline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use spreadsheets → leads to duplicate IDs, missing fields, and inconsistent reports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enforcement of required data or format rules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generate summary reports or analytics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Offline desktop app with structured database, validation, and reporting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Windows · Offline-first · JavaFX · SQLite · JDBC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Layered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(controllers) — JavaFX event handling; calls services only; ZERO SQL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— business rules, validation, report calculations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 — all SQL via JDBC PreparedStatement (no string concatenation)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 — plain Java models (Student, ValidationResult, GpaBand…)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Layer — DatabaseManager, AppLogger, FileHelper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ServiceLocator — lightweight DI; supplies services to controllers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students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requires confirmation dialog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 or full 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programme, level, status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GPA (desc) and name (asc)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before any save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Import/Export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performers (filterable)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(configurable threshold)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distribution by bands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summary with averages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all reports to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CSV with error report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4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GPA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 Buttons: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1600200" cy="64008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Manage Students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93392" y="3200400"/>
            <a:ext cx="1600200" cy="64008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View Reports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12464" y="3200400"/>
            <a:ext cx="1600200" cy="64008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Import Records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31536" y="3200400"/>
            <a:ext cx="1600200" cy="64008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Export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50608" y="3200400"/>
            <a:ext cx="1600200" cy="64008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Settings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4–20 chars, letters and digits only, unique (DB primary key)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 2–60 chars, no digits allowed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must be exactly 100, 200, 300, 400, 500, 600, or 700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GPA: 0.0 to 4.0 inclusive (also enforced by DB CHECK constraint)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must contain @ and 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digits only, 10–15 digits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runs in BOTH the service layer and the CSV import layer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Security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JDBC — fully offline, zero setup, file stored in data/students.db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is PRIMARY KEY → guaranteed uniqueness at DB level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constraints: level IN (100..700), gpa BETWEEN 0.0 AND 4.0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all required fields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use PreparedStatement — SQL injection is impossible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never records full personal data — only IDs and counts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folder is the sole write location for the application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– 32 Unit Tests, All Passing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109728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StudentValidationServiceTest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325880"/>
            <a:ext cx="1737360" cy="36576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353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19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validation rules: ID, name, level, GPA, email, phone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859536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23160"/>
            <a:ext cx="109728" cy="1051560"/>
          </a:xfrm>
          <a:prstGeom prst="rect">
            <a:avLst/>
          </a:prstGeom>
          <a:solidFill>
            <a:srgbClr val="3949A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ReportServiceTest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2560320"/>
            <a:ext cx="1737360" cy="36576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587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distribution bands, programme averages, at-risk filter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8595360" cy="10515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57600"/>
            <a:ext cx="109728" cy="10515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SQLiteStudentRepositoryTest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3794760"/>
            <a:ext cx="1737360" cy="365760"/>
          </a:xfrm>
          <a:prstGeom prst="round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tests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FindById, Count, Delete via in-memory stub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mvn test   |   Evidence: evidence/test_output.txt   |   BUILD SUCCESS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Duplicate Student ID: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Import or add rejects the record: 'Student ID already exists'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Invalid CSV row during import: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 is skipped and recorded in data/import_errors_*.csv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GPA out of range: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Validation shows: 'GPA must be between 0.0 and 4.0'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— Phone with letters: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Validation shows: 'Phone number must contain digits only'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Project Delivery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private, shared with lecturer as collaborator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meaningful commits across 4 weeks with clear messages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project scaffold, DB schema, Students screen skeleton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full CRUD, validation, search, filter, sort, 6+ tests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Reports, CSV export, CSV import with error reporting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remaining reports, Settings, 12+ tests, release ZIP, report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ZIP: source, README, RUN_VM_OPTIONS.txt, CHANGELOG, sample DB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9144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Ayebida  |  Student Management System Plus v1.0.0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 ·  README  ·  CHANGELOG  ·  evidence/test_output.txt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Plus</dc:title>
  <dc:subject>PptxGenJS Presentation</dc:subject>
  <dc:creator>Dan Ayebida</dc:creator>
  <cp:lastModifiedBy>Dan Ayebida</cp:lastModifiedBy>
  <cp:revision>1</cp:revision>
  <dcterms:created xsi:type="dcterms:W3CDTF">2026-02-27T22:28:28Z</dcterms:created>
  <dcterms:modified xsi:type="dcterms:W3CDTF">2026-02-27T22:28:28Z</dcterms:modified>
</cp:coreProperties>
</file>